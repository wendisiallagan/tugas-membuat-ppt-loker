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43800" y="914400"/>
            <a:ext cx="3383280" cy="4480560"/>
          </a:xfrm>
          <a:prstGeom prst="roundRect">
            <a:avLst/>
          </a:prstGeom>
          <a:solidFill>
            <a:srgbClr val="3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09560" y="1325880"/>
            <a:ext cx="26517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83879" y="1691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070D2"/>
                </a:solidFill>
              </a:defRPr>
            </a:pPr>
            <a:r>
              <a:t>LOKERIN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3317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2B4A"/>
                </a:solidFill>
              </a:defRPr>
            </a:pPr>
            <a:r>
              <a:t>Temukan kerja,</a:t>
            </a:r>
            <a:br/>
            <a:r>
              <a:t>mulai kariermu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337560"/>
            <a:ext cx="1828800" cy="365760"/>
          </a:xfrm>
          <a:prstGeom prst="roundRect">
            <a:avLst/>
          </a:prstGeom>
          <a:solidFill>
            <a:srgbClr val="3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341071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Cari Loker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LOKERIN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Rancangan Aplikasi</a:t>
            </a:r>
            <a:br/>
            <a:r>
              <a:t>Pencarian Lowongan Kerja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CE6F5"/>
                </a:solidFill>
              </a:defRPr>
            </a:pPr>
            <a:r>
              <a:t>Desain aplikasi baru untuk membantu pencari kerja menemukan peluang yang sesuai.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Disusun oleh: Wendi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1. Konsep Aplikasi Lokerin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82"/>
                </a:solidFill>
              </a:defRPr>
            </a:pPr>
            <a:r>
              <a:t>Aplikasi pencarian kerja yang sederhana, cepat, dan mudah digunakan.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2B4A"/>
                </a:solidFill>
              </a:defRPr>
            </a:pPr>
            <a:r>
              <a:t>Apa itu Lokerin?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4434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42D3B"/>
                </a:solidFill>
              </a:defRPr>
            </a:pPr>
            <a:r>
              <a:t>Lokerin adalah aplikasi yang mempertemukan pencari kerja dengan perusahaan melalui informasi lowongan yang jelas dan proses melamar yang praktis.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070D2"/>
                </a:solidFill>
              </a:defRPr>
            </a:pPr>
            <a:r>
              <a:t>Tujuan utama: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80060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42D3B"/>
                </a:solidFill>
              </a:defRPr>
            </a:pPr>
            <a:r>
              <a:t>Mempermudah pencarian, penyimpanan, dan pemantauan lamaran kerja.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4846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1892808"/>
            <a:ext cx="640080" cy="640080"/>
          </a:xfrm>
          <a:prstGeom prst="roundRect">
            <a:avLst/>
          </a:prstGeom>
          <a:solidFill>
            <a:srgbClr val="3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85623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2B4A"/>
                </a:solidFill>
              </a:defRPr>
            </a:pPr>
            <a:r>
              <a:t>Cari Loker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945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482"/>
                </a:solidFill>
              </a:defRPr>
            </a:pPr>
            <a:r>
              <a:t>Filter berdasarkan posisi dan lokasi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017520"/>
            <a:ext cx="4846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3218688"/>
            <a:ext cx="640080" cy="640080"/>
          </a:xfrm>
          <a:prstGeom prst="roundRect">
            <a:avLst/>
          </a:prstGeom>
          <a:solidFill>
            <a:srgbClr val="25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1821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2B4A"/>
                </a:solidFill>
              </a:defRPr>
            </a:pPr>
            <a:r>
              <a:t>Profil Kandidat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52043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482"/>
                </a:solidFill>
              </a:defRPr>
            </a:pPr>
            <a:r>
              <a:t>Simpan data diri dan CV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343400"/>
            <a:ext cx="484632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0" y="4544568"/>
            <a:ext cx="640080" cy="640080"/>
          </a:xfrm>
          <a:prstGeom prst="roundRect">
            <a:avLst/>
          </a:prstGeom>
          <a:solidFill>
            <a:srgbClr val="F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450799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2B4A"/>
                </a:solidFill>
              </a:defRPr>
            </a:pPr>
            <a:r>
              <a:t>Status Lamaran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846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482"/>
                </a:solidFill>
              </a:defRPr>
            </a:pPr>
            <a:r>
              <a:t>Pantau proses lamaran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2. Halaman Pembuka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82"/>
                </a:solidFill>
              </a:defRPr>
            </a:pPr>
            <a:r>
              <a:t>Tampilan awal memperkenalkan nama dan fungsi aplikasi.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2880360" cy="53035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" y="1353312"/>
            <a:ext cx="2660904" cy="5065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1952" y="1417320"/>
            <a:ext cx="868680" cy="109728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2B4A"/>
                </a:solidFill>
              </a:defRPr>
            </a:pPr>
            <a:r>
              <a:t>LOKERIN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84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Temukan peluang kerja yang cocok untukmu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Karier impian dimulai di sini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70432" y="2788920"/>
            <a:ext cx="2331720" cy="77724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8803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Lowongan terbaru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13639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Peluang dari berbagai bidang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24612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  <a:r>
              <a:t>Update setiap hari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7008" y="3685032"/>
            <a:ext cx="2267712" cy="384048"/>
          </a:xfrm>
          <a:prstGeom prst="roundRect">
            <a:avLst/>
          </a:prstGeom>
          <a:solidFill>
            <a:srgbClr val="3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758184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Mulai Sekarang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7008" y="4197096"/>
            <a:ext cx="1828800" cy="73152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207008" y="4379976"/>
            <a:ext cx="2148840" cy="73152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7008" y="4562856"/>
            <a:ext cx="1554480" cy="73152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82880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2B4A"/>
                </a:solidFill>
              </a:defRPr>
            </a:pPr>
            <a:r>
              <a:t>Fungsi halaman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60604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42D3B"/>
                </a:solidFill>
              </a:defRPr>
            </a:pPr>
            <a:r>
              <a:t>• Menampilkan identitas aplikasi.</a:t>
            </a:r>
            <a:br/>
            <a:r>
              <a:t>• Memberi gambaran manfaat utama.</a:t>
            </a:r>
            <a:br/>
            <a:r>
              <a:t>• Mengarahkan pengguna untuk masuk atau membuat akun.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892040"/>
            <a:ext cx="6217920" cy="59436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5047488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070D2"/>
                </a:solidFill>
              </a:defRPr>
            </a:pPr>
            <a:r>
              <a:t>Desain: bersih, ramah, dan mudah dipahami.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3. Masuk / Daftar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82"/>
                </a:solidFill>
              </a:defRPr>
            </a:pPr>
            <a:r>
              <a:t>Pengguna membuat akun agar dapat menyimpan profil dan lamaran.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2880360" cy="53035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" y="1353312"/>
            <a:ext cx="2660904" cy="5065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1952" y="1417320"/>
            <a:ext cx="868680" cy="109728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2B4A"/>
                </a:solidFill>
              </a:defRPr>
            </a:pPr>
            <a:r>
              <a:t>Selamat Datang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84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Masuk ke akun Lokerin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70432" y="2788920"/>
            <a:ext cx="2331720" cy="384048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85292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nama@email.com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19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Kata sandi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" y="3639312"/>
            <a:ext cx="2331720" cy="384048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70332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Masukkan kata sandi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8" y="4169664"/>
            <a:ext cx="2267712" cy="384048"/>
          </a:xfrm>
          <a:prstGeom prst="roundRect">
            <a:avLst/>
          </a:prstGeom>
          <a:solidFill>
            <a:srgbClr val="3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24281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Masuk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6817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Belum punya akun? Daftar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8288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2B4A"/>
                </a:solidFill>
              </a:defRPr>
            </a:pPr>
            <a:r>
              <a:t>Elemen utama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514600"/>
            <a:ext cx="6766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42D3B"/>
                </a:solidFill>
              </a:defRPr>
            </a:pPr>
            <a:r>
              <a:t>• Kolom email dan kata sandi.</a:t>
            </a:r>
            <a:br/>
            <a:r>
              <a:t>• Tombol masuk yang terlihat jelas.</a:t>
            </a:r>
            <a:br/>
            <a:r>
              <a:t>• Tautan untuk membuat akun baru.</a:t>
            </a:r>
            <a:br/>
            <a:r>
              <a:t>• Data akun membantu menyimpan aktivitas pengguna.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4. Beranda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82"/>
                </a:solidFill>
              </a:defRPr>
            </a:pPr>
            <a:r>
              <a:t>Beranda menampilkan pencarian dan rekomendasi lowongan.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2880360" cy="53035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" y="1353312"/>
            <a:ext cx="2660904" cy="5065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1952" y="1417320"/>
            <a:ext cx="868680" cy="109728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2B4A"/>
                </a:solidFill>
              </a:defRPr>
            </a:pPr>
            <a:r>
              <a:t>Halo, Wendi!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84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Temukan pekerjaan berikutnya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2468880"/>
            <a:ext cx="2331720" cy="384048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53288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Cari posisi atau perusahaan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992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Kategori populer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0432" y="3319272"/>
            <a:ext cx="2331720" cy="50292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41071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Administrasi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66674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Customer service • Data entry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0215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188720" y="3941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Rekomendasi untukmu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" y="4261104"/>
            <a:ext cx="2331720" cy="77724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4352544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Staff Administrasi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60857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PT Maju Bersama • Medan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71830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  <a:r>
              <a:t>Rp3–4 juta/bulan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0432" y="5157216"/>
            <a:ext cx="2331720" cy="77724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5248656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Desain Grafis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504688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Kreatif Studio • Remote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614416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  <a:r>
              <a:t>Full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82880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2B4A"/>
                </a:solidFill>
              </a:defRPr>
            </a:pPr>
            <a:r>
              <a:t>Informasi yang ditampilkan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606040"/>
            <a:ext cx="6766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42D3B"/>
                </a:solidFill>
              </a:defRPr>
            </a:pPr>
            <a:r>
              <a:t>• Sapaan kepada pengguna.</a:t>
            </a:r>
            <a:br/>
            <a:r>
              <a:t>• Kolom pencarian lowongan.</a:t>
            </a:r>
            <a:br/>
            <a:r>
              <a:t>• Kategori bidang pekerjaan.</a:t>
            </a:r>
            <a:br/>
            <a:r>
              <a:t>• Daftar rekomendasi berisi posisi, perusahaan, lokasi, dan kisaran gaji.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5. Pencarian &amp;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82"/>
                </a:solidFill>
              </a:defRPr>
            </a:pPr>
            <a:r>
              <a:t>Filter membantu pengguna menemukan lowongan yang lebih relevan.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2880360" cy="53035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" y="1353312"/>
            <a:ext cx="2660904" cy="5065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1952" y="1417320"/>
            <a:ext cx="868680" cy="109728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2B4A"/>
                </a:solidFill>
              </a:defRPr>
            </a:pPr>
            <a:r>
              <a:t>Cari Lowongan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84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Atur pencarian sesuai kebutuhan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2468880"/>
            <a:ext cx="2331720" cy="384048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53288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Contoh: Admin, Programmer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992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Lokasi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0432" y="3319272"/>
            <a:ext cx="2331720" cy="384048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38328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Medan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49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Jenis pekerjaan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4169663"/>
            <a:ext cx="2331720" cy="50292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8448" y="4261103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Full-time  •  Part-time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51713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Kontrak • Magang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35254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1188720" y="479145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Hasil pencarian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0432" y="5111495"/>
            <a:ext cx="2331720" cy="73152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5202935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Customer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5458967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PT Pelayanan Prima • Medan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522975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  <a:r>
              <a:t>Rp3–4 juta/bulan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8288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2B4A"/>
                </a:solidFill>
              </a:defRPr>
            </a:pPr>
            <a:r>
              <a:t>Pilihan 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560320"/>
            <a:ext cx="6766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42D3B"/>
                </a:solidFill>
              </a:defRPr>
            </a:pPr>
            <a:r>
              <a:t>• Kata kunci jabatan atau perusahaan.</a:t>
            </a:r>
            <a:br/>
            <a:r>
              <a:t>• Lokasi pekerjaan.</a:t>
            </a:r>
            <a:br/>
            <a:r>
              <a:t>• Jenis pekerjaan: full-time, part-time, kontrak, atau magang.</a:t>
            </a:r>
            <a:br/>
            <a:r>
              <a:t>• Hasil dapat dibandingkan sebelum membuka detail.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6. Detail Lowongan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82"/>
                </a:solidFill>
              </a:defRPr>
            </a:pPr>
            <a:r>
              <a:t>Informasi lengkap ditampilkan sebelum pengguna melamar.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2880360" cy="53035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" y="1353312"/>
            <a:ext cx="2660904" cy="5065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1952" y="1417320"/>
            <a:ext cx="868680" cy="109728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2B4A"/>
                </a:solidFill>
              </a:defRPr>
            </a:pPr>
            <a:r>
              <a:t>Staff Administrasi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84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PT Maju Bersama • Medan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2468880"/>
            <a:ext cx="2331720" cy="54864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56032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Gaji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81635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Rp3.000.000–Rp4.000.000/bulan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69748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188720" y="3136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Kualifikasi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70432" y="3456432"/>
            <a:ext cx="2331720" cy="109728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354787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Persyaratan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80390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• Minimal SMA/SMK</a:t>
            </a:r>
            <a:br/>
            <a:r>
              <a:t>• Bisa mengoperasikan komputer</a:t>
            </a:r>
            <a:br/>
            <a:r>
              <a:t>• Teliti dan komunikatif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23367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188720" y="46725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Tanggung jawab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7008" y="4992624"/>
            <a:ext cx="2057400" cy="73152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07008" y="5175504"/>
            <a:ext cx="2267712" cy="384048"/>
          </a:xfrm>
          <a:prstGeom prst="roundRect">
            <a:avLst/>
          </a:prstGeom>
          <a:solidFill>
            <a:srgbClr val="3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24865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Lamar Sekarang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8288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2B4A"/>
                </a:solidFill>
              </a:defRPr>
            </a:pPr>
            <a:r>
              <a:t>Detail yang penting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560320"/>
            <a:ext cx="6766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42D3B"/>
                </a:solidFill>
              </a:defRPr>
            </a:pPr>
            <a:r>
              <a:t>• Nama posisi dan perusahaan.</a:t>
            </a:r>
            <a:br/>
            <a:r>
              <a:t>• Lokasi serta kisaran gaji.</a:t>
            </a:r>
            <a:br/>
            <a:r>
              <a:t>• Kualifikasi dan tanggung jawab.</a:t>
            </a:r>
            <a:br/>
            <a:r>
              <a:t>• Tombol melamar tersedia setelah pengguna membaca informasi.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7. Proses Melamar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82"/>
                </a:solidFill>
              </a:defRPr>
            </a:pPr>
            <a:r>
              <a:t>Pengguna mengirim lamaran dengan profil dan CV.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2880360" cy="53035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" y="1353312"/>
            <a:ext cx="2660904" cy="5065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1952" y="1417320"/>
            <a:ext cx="868680" cy="109728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2B4A"/>
                </a:solidFill>
              </a:defRPr>
            </a:pPr>
            <a:r>
              <a:t>Kirim Lamaran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84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Staff Administrasi • PT Maju Bersama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Nama lengkap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70432" y="2788920"/>
            <a:ext cx="2331720" cy="384048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852928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Wendi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192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Email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" y="3639312"/>
            <a:ext cx="2331720" cy="384048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70332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wendi@email.com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696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2B4A"/>
                </a:solidFill>
              </a:defRPr>
            </a:pPr>
            <a:r>
              <a:t>CV / Resume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0432" y="4489704"/>
            <a:ext cx="2331720" cy="50292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4581144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CV_Wendi.pdf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83717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Dokumen siap dikirim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67258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1207008" y="5111496"/>
            <a:ext cx="2267712" cy="384048"/>
          </a:xfrm>
          <a:prstGeom prst="roundRect">
            <a:avLst/>
          </a:prstGeom>
          <a:solidFill>
            <a:srgbClr val="3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18464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Kirim Lamaran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8288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2B4A"/>
                </a:solidFill>
              </a:defRPr>
            </a:pPr>
            <a:r>
              <a:t>Alur melamar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56032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42D3B"/>
                </a:solidFill>
              </a:defRPr>
            </a:pPr>
            <a:r>
              <a:t>1. Buka detail lowongan.</a:t>
            </a:r>
            <a:br/>
            <a:r>
              <a:t>2. Periksa data profil.</a:t>
            </a:r>
            <a:br/>
            <a:r>
              <a:t>3. Unggah atau pilih CV.</a:t>
            </a:r>
            <a:br/>
            <a:r>
              <a:t>4. Tekan tombol “Kirim Lamaran”.</a:t>
            </a:r>
            <a:br/>
            <a:r>
              <a:t>5. Sistem menampilkan konfirmasi pengiriman.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2B4A"/>
                </a:solidFill>
              </a:defRPr>
            </a:pPr>
            <a:r>
              <a:t>8. Status Lamaran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82"/>
                </a:solidFill>
              </a:defRPr>
            </a:pPr>
            <a:r>
              <a:t>Pengguna dapat melihat perkembangan setiap lamaran.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2880360" cy="5303520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" y="1353312"/>
            <a:ext cx="2660904" cy="50657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1952" y="1417320"/>
            <a:ext cx="868680" cy="109728"/>
          </a:xfrm>
          <a:prstGeom prst="round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2B4A"/>
                </a:solidFill>
              </a:defRPr>
            </a:pPr>
            <a:r>
              <a:t>Lamaran Saya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842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0">
                <a:solidFill>
                  <a:srgbClr val="697482"/>
                </a:solidFill>
              </a:defRPr>
            </a:pPr>
            <a:r>
              <a:t>Pantau proses lamaranmu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2468880"/>
            <a:ext cx="2331720" cy="82296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56032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Staff Administrasi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816352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PT Maju Bersama • 10 Okt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971800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  <a:r>
              <a:t>Terkirim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" y="3410712"/>
            <a:ext cx="2331720" cy="82296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50215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Desain Grafis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75818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Kreatif Studio • 8 Okt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91363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  <a:r>
              <a:t>Sedang Ditinjau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" y="4352544"/>
            <a:ext cx="2331720" cy="82296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4443984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2B4A"/>
                </a:solidFill>
              </a:defRPr>
            </a:pPr>
            <a:r>
              <a:t>Customer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700016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697482"/>
                </a:solidFill>
              </a:defRPr>
            </a:pPr>
            <a:r>
              <a:t>PT Pelayanan Prima • 5 Okt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855464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25A373"/>
                </a:solidFill>
              </a:defRPr>
            </a:pPr>
            <a:r>
              <a:t>Tidak Lolos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82880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2B4A"/>
                </a:solidFill>
              </a:defRPr>
            </a:pPr>
            <a:r>
              <a:t>Status yang tersedia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560320"/>
            <a:ext cx="228600" cy="228600"/>
          </a:xfrm>
          <a:prstGeom prst="roundRect">
            <a:avLst/>
          </a:prstGeom>
          <a:solidFill>
            <a:srgbClr val="307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2542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2B4A"/>
                </a:solidFill>
              </a:defRPr>
            </a:pPr>
            <a:r>
              <a:t>Terkirim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54203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82"/>
                </a:solidFill>
              </a:defRPr>
            </a:pPr>
            <a:r>
              <a:t>Lamaran berhasil diterima sistem.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520439"/>
            <a:ext cx="228600" cy="228600"/>
          </a:xfrm>
          <a:prstGeom prst="roundRect">
            <a:avLst/>
          </a:prstGeom>
          <a:solidFill>
            <a:srgbClr val="FF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350215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2B4A"/>
                </a:solidFill>
              </a:defRPr>
            </a:pPr>
            <a:r>
              <a:t>Sedang Ditinjau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502151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82"/>
                </a:solidFill>
              </a:defRPr>
            </a:pPr>
            <a:r>
              <a:t>Perusahaan sedang memeriksa lamaran.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480560"/>
            <a:ext cx="228600" cy="228600"/>
          </a:xfrm>
          <a:prstGeom prst="roundRect">
            <a:avLst/>
          </a:prstGeom>
          <a:solidFill>
            <a:srgbClr val="25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4462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2B4A"/>
                </a:solidFill>
              </a:defRPr>
            </a:pPr>
            <a:r>
              <a:t>Lolos / Tidak Lolos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4622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482"/>
                </a:solidFill>
              </a:defRPr>
            </a:pPr>
            <a:r>
              <a:t>Hasil seleksi diperbarui oleh perusahaan.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LOKERIN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E6F5"/>
                </a:solidFill>
              </a:defRPr>
            </a:pPr>
            <a:r>
              <a:t>Temukan kerja, mulai kariermu.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743200"/>
            <a:ext cx="8503920" cy="2011680"/>
          </a:xfrm>
          <a:prstGeom prst="roundRect">
            <a:avLst/>
          </a:prstGeom>
          <a:solidFill>
            <a:srgbClr val="223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30632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Kesimpulan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36576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Lokerin dirancang untuk mempermudah pencari kerja menemukan lowongan, mengirim lamaran, dan memantau statusnya dalam satu aplikasi.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Disusun oleh: Wendi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